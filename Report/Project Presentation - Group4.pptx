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NOyas0lFC4lq3g2A7PiNW5Dek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5bf4a251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f5bf4a251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9657c3cc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9657c3cc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657c3cc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9657c3cc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657c3cc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9657c3cc3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657c3cc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9657c3cc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657c3cc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9657c3cc3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1700808"/>
            <a:ext cx="7772400" cy="794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C0081"/>
              </a:buClr>
              <a:buSzPts val="4000"/>
              <a:buFont typeface="Calibri"/>
              <a:buNone/>
              <a:defRPr b="1" sz="4000" cap="none">
                <a:solidFill>
                  <a:srgbClr val="DC00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683568" y="2495327"/>
            <a:ext cx="7776864" cy="6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280099"/>
              </a:buClr>
              <a:buSzPts val="3400"/>
              <a:buChar char="•"/>
              <a:defRPr b="1" i="1" sz="3400">
                <a:solidFill>
                  <a:srgbClr val="280099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b="1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" name="Google Shape;20;p12"/>
          <p:cNvCxnSpPr/>
          <p:nvPr/>
        </p:nvCxnSpPr>
        <p:spPr>
          <a:xfrm flipH="1" rot="10800000">
            <a:off x="457200" y="822722"/>
            <a:ext cx="8229600" cy="15783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670" y="16771"/>
            <a:ext cx="1449153" cy="79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2"/>
          <p:cNvSpPr/>
          <p:nvPr/>
        </p:nvSpPr>
        <p:spPr>
          <a:xfrm>
            <a:off x="444243" y="6496883"/>
            <a:ext cx="8744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1" i="0" lang="en-US" sz="1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/ 9</a:t>
            </a:r>
            <a:endParaRPr/>
          </a:p>
        </p:txBody>
      </p:sp>
      <p:cxnSp>
        <p:nvCxnSpPr>
          <p:cNvPr id="23" name="Google Shape;23;p12"/>
          <p:cNvCxnSpPr/>
          <p:nvPr/>
        </p:nvCxnSpPr>
        <p:spPr>
          <a:xfrm>
            <a:off x="444243" y="6496883"/>
            <a:ext cx="874439" cy="0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391999" y="2316077"/>
            <a:ext cx="8382000" cy="827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SWP391: FINAL PROJECT PRESENTATION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043607" y="3143248"/>
            <a:ext cx="7056785" cy="100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SALE MANAGEMENT SYSTEM</a:t>
            </a:r>
            <a:endParaRPr/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840" y="369158"/>
            <a:ext cx="2512194" cy="136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70C0"/>
                </a:solidFill>
              </a:rPr>
              <a:t>Members</a:t>
            </a:r>
            <a:endParaRPr b="1">
              <a:solidFill>
                <a:srgbClr val="0070C0"/>
              </a:solidFill>
            </a:endParaRPr>
          </a:p>
          <a:p>
            <a:pPr indent="-342900" lvl="0" marL="914400" rtl="0" algn="l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>
                <a:solidFill>
                  <a:srgbClr val="0070C0"/>
                </a:solidFill>
              </a:rPr>
              <a:t>Vũ Nam Khánh</a:t>
            </a:r>
            <a:endParaRPr>
              <a:solidFill>
                <a:srgbClr val="0070C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>
                <a:solidFill>
                  <a:srgbClr val="0070C0"/>
                </a:solidFill>
              </a:rPr>
              <a:t>Nguyễn Vũ Hùng</a:t>
            </a:r>
            <a:endParaRPr>
              <a:solidFill>
                <a:srgbClr val="0070C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>
                <a:solidFill>
                  <a:srgbClr val="0070C0"/>
                </a:solidFill>
              </a:rPr>
              <a:t>Chúc Kim Anh</a:t>
            </a:r>
            <a:endParaRPr>
              <a:solidFill>
                <a:srgbClr val="0070C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>
                <a:solidFill>
                  <a:srgbClr val="0070C0"/>
                </a:solidFill>
              </a:rPr>
              <a:t>Nguyễn Trung Kiên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5bf4a2512_0_3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47" name="Google Shape;47;g3f5bf4a2512_0_3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70C0"/>
                </a:solidFill>
              </a:rPr>
              <a:t>Project Introduction</a:t>
            </a:r>
            <a:endParaRPr b="1">
              <a:solidFill>
                <a:srgbClr val="0070C0"/>
              </a:solidFill>
            </a:endParaRPr>
          </a:p>
          <a:p>
            <a:pPr indent="-4127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900"/>
              <a:buChar char="•"/>
            </a:pPr>
            <a:r>
              <a:rPr lang="en-US" sz="2200">
                <a:solidFill>
                  <a:srgbClr val="0070C0"/>
                </a:solidFill>
              </a:rPr>
              <a:t>The Sales Management Software is a web-based application developed for retail and wholesale convenience stores to manage daily business operations. The system supports sales, customer management, inventory management, employee management, financial management, and business reporting. </a:t>
            </a:r>
            <a:endParaRPr sz="2200">
              <a:solidFill>
                <a:srgbClr val="0070C0"/>
              </a:solidFill>
            </a:endParaRPr>
          </a:p>
          <a:p>
            <a:pPr indent="-4127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900"/>
              <a:buChar char="•"/>
            </a:pPr>
            <a:r>
              <a:rPr lang="en-US" sz="2200">
                <a:solidFill>
                  <a:srgbClr val="0070C0"/>
                </a:solidFill>
              </a:rPr>
              <a:t>The system is developed using Spring Boot, Thymeleaf, MySQL, and follows the MVC architecture.</a:t>
            </a:r>
            <a:endParaRPr sz="2200">
              <a:solidFill>
                <a:srgbClr val="0070C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657c3cc3_0_23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53" name="Google Shape;53;g3f9657c3cc3_0_23"/>
          <p:cNvSpPr txBox="1"/>
          <p:nvPr>
            <p:ph idx="1" type="body"/>
          </p:nvPr>
        </p:nvSpPr>
        <p:spPr>
          <a:xfrm>
            <a:off x="517250" y="962175"/>
            <a:ext cx="8169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UCs for Sale Staff &amp; Warehouse Staff</a:t>
            </a:r>
            <a:endParaRPr/>
          </a:p>
        </p:txBody>
      </p:sp>
      <p:pic>
        <p:nvPicPr>
          <p:cNvPr id="54" name="Google Shape;54;g3f9657c3cc3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275" y="1193775"/>
            <a:ext cx="2846450" cy="56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f9657c3cc3_0_23" title="Untitled Diagram.drawio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3300" y="1246900"/>
            <a:ext cx="2201725" cy="549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657c3cc3_0_12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61" name="Google Shape;61;g3f9657c3cc3_0_12"/>
          <p:cNvSpPr txBox="1"/>
          <p:nvPr>
            <p:ph idx="1" type="body"/>
          </p:nvPr>
        </p:nvSpPr>
        <p:spPr>
          <a:xfrm>
            <a:off x="517250" y="962175"/>
            <a:ext cx="8169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UCs for Shop Management</a:t>
            </a:r>
            <a:endParaRPr/>
          </a:p>
        </p:txBody>
      </p:sp>
      <p:pic>
        <p:nvPicPr>
          <p:cNvPr id="62" name="Google Shape;62;g3f9657c3cc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925" y="1259300"/>
            <a:ext cx="2251550" cy="535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f9657c3cc3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575" y="1267300"/>
            <a:ext cx="2251550" cy="534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517250" y="962175"/>
            <a:ext cx="8169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UCs for Shop Owner</a:t>
            </a:r>
            <a:endParaRPr/>
          </a:p>
        </p:txBody>
      </p:sp>
      <p:pic>
        <p:nvPicPr>
          <p:cNvPr id="70" name="Google Shape;7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400" y="1292175"/>
            <a:ext cx="2180375" cy="5194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2188" y="1413525"/>
            <a:ext cx="3055750" cy="34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Product Functionalities</a:t>
            </a:r>
            <a:endParaRPr i="1" sz="3200"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2495850" y="976325"/>
            <a:ext cx="61911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ct val="100000"/>
              <a:buNone/>
            </a:pPr>
            <a:r>
              <a:t/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ct val="100000"/>
              <a:buChar char="–"/>
            </a:pPr>
            <a:r>
              <a:rPr lang="en-US"/>
              <a:t>Screen flow for all the screens </a:t>
            </a:r>
            <a:endParaRPr/>
          </a:p>
          <a:p>
            <a:pPr indent="0" lvl="0" marL="5715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78" name="Google Shape;7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825" y="917950"/>
            <a:ext cx="6307126" cy="57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Main Screen UI Design</a:t>
            </a:r>
            <a:endParaRPr i="1" sz="3200"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Provide screenshot(s) for the main screens that you have completed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Main Web screen: Home Page or Landing Page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Main Admin screen: Dashboard (if any)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System Design</a:t>
            </a:r>
            <a:br>
              <a:rPr lang="en-US"/>
            </a:br>
            <a:r>
              <a:rPr i="1" lang="en-US" sz="3100"/>
              <a:t>Database Design</a:t>
            </a:r>
            <a:endParaRPr i="1"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Database schema</a:t>
            </a:r>
            <a:endParaRPr/>
          </a:p>
        </p:txBody>
      </p:sp>
      <p:pic>
        <p:nvPicPr>
          <p:cNvPr id="91" name="Google Shape;91;p6" title="sms_d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200" y="1458750"/>
            <a:ext cx="6697998" cy="49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System Design</a:t>
            </a:r>
            <a:br>
              <a:rPr lang="en-US"/>
            </a:br>
            <a:r>
              <a:rPr i="1" lang="en-US" sz="3100"/>
              <a:t>Package Diagram</a:t>
            </a:r>
            <a:endParaRPr i="1"/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System package diagram</a:t>
            </a:r>
            <a:endParaRPr/>
          </a:p>
        </p:txBody>
      </p:sp>
      <p:pic>
        <p:nvPicPr>
          <p:cNvPr id="98" name="Google Shape;9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50" y="1760830"/>
            <a:ext cx="8458701" cy="43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04" name="Google Shape;104;p8"/>
          <p:cNvSpPr txBox="1"/>
          <p:nvPr>
            <p:ph idx="1" type="body"/>
          </p:nvPr>
        </p:nvSpPr>
        <p:spPr>
          <a:xfrm>
            <a:off x="457200" y="976314"/>
            <a:ext cx="82296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02895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ct val="87500"/>
              <a:buChar char="•"/>
            </a:pPr>
            <a:r>
              <a:t/>
            </a:r>
            <a:endParaRPr/>
          </a:p>
        </p:txBody>
      </p:sp>
      <p:pic>
        <p:nvPicPr>
          <p:cNvPr id="105" name="Google Shape;10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200" y="1613925"/>
            <a:ext cx="701862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657c3cc3_0_60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11" name="Google Shape;111;g3f9657c3cc3_0_60"/>
          <p:cNvSpPr txBox="1"/>
          <p:nvPr>
            <p:ph idx="1" type="body"/>
          </p:nvPr>
        </p:nvSpPr>
        <p:spPr>
          <a:xfrm>
            <a:off x="457200" y="976314"/>
            <a:ext cx="82296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Import Product</a:t>
            </a:r>
            <a:endParaRPr/>
          </a:p>
        </p:txBody>
      </p:sp>
      <p:pic>
        <p:nvPicPr>
          <p:cNvPr id="112" name="Google Shape;112;g3f9657c3cc3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675" y="1525450"/>
            <a:ext cx="7415225" cy="46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657c3cc3_0_66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18" name="Google Shape;118;g3f9657c3cc3_0_66"/>
          <p:cNvSpPr txBox="1"/>
          <p:nvPr>
            <p:ph idx="1" type="body"/>
          </p:nvPr>
        </p:nvSpPr>
        <p:spPr>
          <a:xfrm>
            <a:off x="457200" y="976314"/>
            <a:ext cx="82296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Transferring inventory </a:t>
            </a:r>
            <a:r>
              <a:rPr lang="en-US"/>
              <a:t>between branches</a:t>
            </a:r>
            <a:endParaRPr/>
          </a:p>
        </p:txBody>
      </p:sp>
      <p:pic>
        <p:nvPicPr>
          <p:cNvPr id="119" name="Google Shape;119;g3f9657c3cc3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88" y="1605625"/>
            <a:ext cx="7277226" cy="46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657c3cc3_0_72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25" name="Google Shape;125;g3f9657c3cc3_0_72"/>
          <p:cNvSpPr txBox="1"/>
          <p:nvPr>
            <p:ph idx="1" type="body"/>
          </p:nvPr>
        </p:nvSpPr>
        <p:spPr>
          <a:xfrm>
            <a:off x="910225" y="976325"/>
            <a:ext cx="77766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02895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ct val="87500"/>
              <a:buChar char="•"/>
            </a:pPr>
            <a:r>
              <a:t/>
            </a:r>
            <a:endParaRPr/>
          </a:p>
        </p:txBody>
      </p:sp>
      <p:pic>
        <p:nvPicPr>
          <p:cNvPr id="126" name="Google Shape;126;g3f9657c3cc3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25" y="744437"/>
            <a:ext cx="8993475" cy="53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Q&amp;A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2" y="1340768"/>
            <a:ext cx="5107285" cy="329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ssion 02_Integration Managemen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2023-06-06T00:47:32Z</dcterms:created>
  <dc:creator>Kien Nguyen</dc:creator>
</cp:coreProperties>
</file>